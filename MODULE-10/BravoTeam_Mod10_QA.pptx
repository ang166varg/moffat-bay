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3" d="100"/>
          <a:sy n="73" d="100"/>
        </p:scale>
        <p:origin x="97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0A1CE8E2-B29C-46E8-A470-184A33A74CA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1C7B45A-34B3-4AB4-9405-7DFB6EEAD57D}">
      <dgm:prSet/>
      <dgm:spPr/>
      <dgm:t>
        <a:bodyPr/>
        <a:lstStyle/>
        <a:p>
          <a:r>
            <a:rPr lang="en-US"/>
            <a:t>Angela Vargas is a software development student based in Loveland, Colorado, currently working as a Micromaintenece Tech for Target. She has experience with IT and in computer mechanics.</a:t>
          </a:r>
        </a:p>
      </dgm:t>
    </dgm:pt>
    <dgm:pt modelId="{50598383-7800-4990-BF69-A88C56246207}" type="parTrans" cxnId="{98A93AB1-4C48-4524-B9FB-AA264AF21AB7}">
      <dgm:prSet/>
      <dgm:spPr/>
      <dgm:t>
        <a:bodyPr/>
        <a:lstStyle/>
        <a:p>
          <a:endParaRPr lang="en-US"/>
        </a:p>
      </dgm:t>
    </dgm:pt>
    <dgm:pt modelId="{1EB9450D-959C-4E78-BF3B-D43A84151698}" type="sibTrans" cxnId="{98A93AB1-4C48-4524-B9FB-AA264AF21AB7}">
      <dgm:prSet/>
      <dgm:spPr/>
      <dgm:t>
        <a:bodyPr/>
        <a:lstStyle/>
        <a:p>
          <a:endParaRPr lang="en-US"/>
        </a:p>
      </dgm:t>
    </dgm:pt>
    <dgm:pt modelId="{C8D8665C-419E-4EFF-8BBF-8562C8E1612B}">
      <dgm:prSet/>
      <dgm:spPr/>
      <dgm:t>
        <a:bodyPr/>
        <a:lstStyle/>
        <a:p>
          <a:r>
            <a:rPr lang="en-US"/>
            <a:t>Tevyah Hanley is a software development student based in Columbus, Ohio, currently working in IT. He is building experience in both frontend and backend development.</a:t>
          </a:r>
        </a:p>
      </dgm:t>
    </dgm:pt>
    <dgm:pt modelId="{3821036A-8AAA-4E61-9D4B-5A965899853D}" type="parTrans" cxnId="{A82E1458-CBA4-4ED7-A778-FF2F72F5AFE1}">
      <dgm:prSet/>
      <dgm:spPr/>
      <dgm:t>
        <a:bodyPr/>
        <a:lstStyle/>
        <a:p>
          <a:endParaRPr lang="en-US"/>
        </a:p>
      </dgm:t>
    </dgm:pt>
    <dgm:pt modelId="{0481F13D-1A1E-4D19-97D0-B1818AFF23BB}" type="sibTrans" cxnId="{A82E1458-CBA4-4ED7-A778-FF2F72F5AFE1}">
      <dgm:prSet/>
      <dgm:spPr/>
      <dgm:t>
        <a:bodyPr/>
        <a:lstStyle/>
        <a:p>
          <a:endParaRPr lang="en-US"/>
        </a:p>
      </dgm:t>
    </dgm:pt>
    <dgm:pt modelId="{83EB74CC-0BCF-44BD-837B-3FB0A9E6D9AD}">
      <dgm:prSet/>
      <dgm:spPr/>
      <dgm:t>
        <a:bodyPr/>
        <a:lstStyle/>
        <a:p>
          <a:r>
            <a:rPr lang="en-US"/>
            <a:t>Cameron Mendez is a software development student based in Fort Worth, Texas, currently working in FO Network Design. Developing hands on experience in all aspects of the software development lifecycle.</a:t>
          </a:r>
        </a:p>
      </dgm:t>
    </dgm:pt>
    <dgm:pt modelId="{AE6F4824-C250-41A8-8578-A476F0C6F10F}" type="parTrans" cxnId="{36866D61-B756-46D8-9981-BEE3F69AA07C}">
      <dgm:prSet/>
      <dgm:spPr/>
      <dgm:t>
        <a:bodyPr/>
        <a:lstStyle/>
        <a:p>
          <a:endParaRPr lang="en-US"/>
        </a:p>
      </dgm:t>
    </dgm:pt>
    <dgm:pt modelId="{CCA993F2-26A8-402E-9212-5B2D7F7B2E18}" type="sibTrans" cxnId="{36866D61-B756-46D8-9981-BEE3F69AA07C}">
      <dgm:prSet/>
      <dgm:spPr/>
      <dgm:t>
        <a:bodyPr/>
        <a:lstStyle/>
        <a:p>
          <a:endParaRPr lang="en-US"/>
        </a:p>
      </dgm:t>
    </dgm:pt>
    <dgm:pt modelId="{80B40EB5-7336-418A-A66E-5D4D4F47B4DA}">
      <dgm:prSet/>
      <dgm:spPr/>
      <dgm:t>
        <a:bodyPr/>
        <a:lstStyle/>
        <a:p>
          <a:r>
            <a:rPr lang="en-US"/>
            <a:t>Zachary is a software development student based in Modesto,California. He currently is working outside of the IT profession but hopes witha degree in the field to transfer into it. The experience from this program has been incredibly beneficial to his skills.</a:t>
          </a:r>
        </a:p>
      </dgm:t>
    </dgm:pt>
    <dgm:pt modelId="{E795DF19-A239-4129-A23C-983FCF3E339F}" type="parTrans" cxnId="{7BF67A51-6A74-4B0F-AED9-F6F6F229CA6E}">
      <dgm:prSet/>
      <dgm:spPr/>
      <dgm:t>
        <a:bodyPr/>
        <a:lstStyle/>
        <a:p>
          <a:endParaRPr lang="en-US"/>
        </a:p>
      </dgm:t>
    </dgm:pt>
    <dgm:pt modelId="{6C8B1C87-3864-4691-8CB7-05FCCF40656D}" type="sibTrans" cxnId="{7BF67A51-6A74-4B0F-AED9-F6F6F229CA6E}">
      <dgm:prSet/>
      <dgm:spPr/>
      <dgm:t>
        <a:bodyPr/>
        <a:lstStyle/>
        <a:p>
          <a:endParaRPr lang="en-US"/>
        </a:p>
      </dgm:t>
    </dgm:pt>
    <dgm:pt modelId="{2490B6E3-CF77-497A-A32C-2C7850EC1681}" type="pres">
      <dgm:prSet presAssocID="{0A1CE8E2-B29C-46E8-A470-184A33A74CA2}" presName="root" presStyleCnt="0">
        <dgm:presLayoutVars>
          <dgm:dir/>
          <dgm:resizeHandles val="exact"/>
        </dgm:presLayoutVars>
      </dgm:prSet>
      <dgm:spPr/>
    </dgm:pt>
    <dgm:pt modelId="{C4D2B2B2-6605-4DAC-8880-BC6F5A527EDE}" type="pres">
      <dgm:prSet presAssocID="{61C7B45A-34B3-4AB4-9405-7DFB6EEAD57D}" presName="compNode" presStyleCnt="0"/>
      <dgm:spPr/>
    </dgm:pt>
    <dgm:pt modelId="{52342B4B-8E44-4578-B44F-6789920F797D}" type="pres">
      <dgm:prSet presAssocID="{61C7B45A-34B3-4AB4-9405-7DFB6EEAD57D}" presName="bgRect" presStyleLbl="bgShp" presStyleIdx="0" presStyleCnt="4"/>
      <dgm:spPr/>
    </dgm:pt>
    <dgm:pt modelId="{89E571F2-5BE5-4EC1-A394-4ABB573D2671}" type="pres">
      <dgm:prSet presAssocID="{61C7B45A-34B3-4AB4-9405-7DFB6EEAD57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aduation Cap"/>
        </a:ext>
      </dgm:extLst>
    </dgm:pt>
    <dgm:pt modelId="{A8114F38-AD02-4667-84CC-EC3362297ED8}" type="pres">
      <dgm:prSet presAssocID="{61C7B45A-34B3-4AB4-9405-7DFB6EEAD57D}" presName="spaceRect" presStyleCnt="0"/>
      <dgm:spPr/>
    </dgm:pt>
    <dgm:pt modelId="{95C71F78-8C9D-460F-A25B-EB375D7810F1}" type="pres">
      <dgm:prSet presAssocID="{61C7B45A-34B3-4AB4-9405-7DFB6EEAD57D}" presName="parTx" presStyleLbl="revTx" presStyleIdx="0" presStyleCnt="4">
        <dgm:presLayoutVars>
          <dgm:chMax val="0"/>
          <dgm:chPref val="0"/>
        </dgm:presLayoutVars>
      </dgm:prSet>
      <dgm:spPr/>
    </dgm:pt>
    <dgm:pt modelId="{31826477-EEEB-4AEE-BEE0-3E4CB3C7EC6C}" type="pres">
      <dgm:prSet presAssocID="{1EB9450D-959C-4E78-BF3B-D43A84151698}" presName="sibTrans" presStyleCnt="0"/>
      <dgm:spPr/>
    </dgm:pt>
    <dgm:pt modelId="{D738B971-D4D2-4EA0-9ABE-48A6F7E885FF}" type="pres">
      <dgm:prSet presAssocID="{C8D8665C-419E-4EFF-8BBF-8562C8E1612B}" presName="compNode" presStyleCnt="0"/>
      <dgm:spPr/>
    </dgm:pt>
    <dgm:pt modelId="{14514B2D-3CF7-4A10-B014-613AECAFAD9D}" type="pres">
      <dgm:prSet presAssocID="{C8D8665C-419E-4EFF-8BBF-8562C8E1612B}" presName="bgRect" presStyleLbl="bgShp" presStyleIdx="1" presStyleCnt="4"/>
      <dgm:spPr/>
    </dgm:pt>
    <dgm:pt modelId="{E3404EB2-EFC3-48B5-8ECE-5BF2E39E4E55}" type="pres">
      <dgm:prSet presAssocID="{C8D8665C-419E-4EFF-8BBF-8562C8E1612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ptain"/>
        </a:ext>
      </dgm:extLst>
    </dgm:pt>
    <dgm:pt modelId="{5ACEC5DF-425C-41D1-BE1E-941E7BBF8EDF}" type="pres">
      <dgm:prSet presAssocID="{C8D8665C-419E-4EFF-8BBF-8562C8E1612B}" presName="spaceRect" presStyleCnt="0"/>
      <dgm:spPr/>
    </dgm:pt>
    <dgm:pt modelId="{EE0450CE-1D05-461E-AF08-E4F0341797CD}" type="pres">
      <dgm:prSet presAssocID="{C8D8665C-419E-4EFF-8BBF-8562C8E1612B}" presName="parTx" presStyleLbl="revTx" presStyleIdx="1" presStyleCnt="4">
        <dgm:presLayoutVars>
          <dgm:chMax val="0"/>
          <dgm:chPref val="0"/>
        </dgm:presLayoutVars>
      </dgm:prSet>
      <dgm:spPr/>
    </dgm:pt>
    <dgm:pt modelId="{4E90DDA9-7680-4CCA-BC3D-497685A23A79}" type="pres">
      <dgm:prSet presAssocID="{0481F13D-1A1E-4D19-97D0-B1818AFF23BB}" presName="sibTrans" presStyleCnt="0"/>
      <dgm:spPr/>
    </dgm:pt>
    <dgm:pt modelId="{3C7BBE99-A9CB-4323-8F9C-F62CE1916E92}" type="pres">
      <dgm:prSet presAssocID="{83EB74CC-0BCF-44BD-837B-3FB0A9E6D9AD}" presName="compNode" presStyleCnt="0"/>
      <dgm:spPr/>
    </dgm:pt>
    <dgm:pt modelId="{7C65037A-509D-4411-BF50-2B7E2E1CADEA}" type="pres">
      <dgm:prSet presAssocID="{83EB74CC-0BCF-44BD-837B-3FB0A9E6D9AD}" presName="bgRect" presStyleLbl="bgShp" presStyleIdx="2" presStyleCnt="4"/>
      <dgm:spPr/>
    </dgm:pt>
    <dgm:pt modelId="{D70AEB82-3137-4B4A-9D6B-5B93BBA49D53}" type="pres">
      <dgm:prSet presAssocID="{83EB74CC-0BCF-44BD-837B-3FB0A9E6D9A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iploma Roll"/>
        </a:ext>
      </dgm:extLst>
    </dgm:pt>
    <dgm:pt modelId="{AF25DEE3-0DEE-4192-9628-9974D4306C3B}" type="pres">
      <dgm:prSet presAssocID="{83EB74CC-0BCF-44BD-837B-3FB0A9E6D9AD}" presName="spaceRect" presStyleCnt="0"/>
      <dgm:spPr/>
    </dgm:pt>
    <dgm:pt modelId="{CC34CAB2-8F17-48D7-A6E1-712C2463B747}" type="pres">
      <dgm:prSet presAssocID="{83EB74CC-0BCF-44BD-837B-3FB0A9E6D9AD}" presName="parTx" presStyleLbl="revTx" presStyleIdx="2" presStyleCnt="4">
        <dgm:presLayoutVars>
          <dgm:chMax val="0"/>
          <dgm:chPref val="0"/>
        </dgm:presLayoutVars>
      </dgm:prSet>
      <dgm:spPr/>
    </dgm:pt>
    <dgm:pt modelId="{CF03ADBB-BF41-4D6F-B1F6-2EAD57DB5332}" type="pres">
      <dgm:prSet presAssocID="{CCA993F2-26A8-402E-9212-5B2D7F7B2E18}" presName="sibTrans" presStyleCnt="0"/>
      <dgm:spPr/>
    </dgm:pt>
    <dgm:pt modelId="{4493C8F0-AC8E-4B5A-8DB9-1DDB1D1E74E2}" type="pres">
      <dgm:prSet presAssocID="{80B40EB5-7336-418A-A66E-5D4D4F47B4DA}" presName="compNode" presStyleCnt="0"/>
      <dgm:spPr/>
    </dgm:pt>
    <dgm:pt modelId="{B2146A84-244E-4585-A96B-0ADE65CB46B7}" type="pres">
      <dgm:prSet presAssocID="{80B40EB5-7336-418A-A66E-5D4D4F47B4DA}" presName="bgRect" presStyleLbl="bgShp" presStyleIdx="3" presStyleCnt="4"/>
      <dgm:spPr/>
    </dgm:pt>
    <dgm:pt modelId="{B89A1AC0-C194-4A7B-9AE0-5B732B53CD6B}" type="pres">
      <dgm:prSet presAssocID="{80B40EB5-7336-418A-A66E-5D4D4F47B4D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3C0642FF-1C6E-4F26-AC86-D8D68CF17CB7}" type="pres">
      <dgm:prSet presAssocID="{80B40EB5-7336-418A-A66E-5D4D4F47B4DA}" presName="spaceRect" presStyleCnt="0"/>
      <dgm:spPr/>
    </dgm:pt>
    <dgm:pt modelId="{E75C8158-832B-4369-B25E-9C308BD67342}" type="pres">
      <dgm:prSet presAssocID="{80B40EB5-7336-418A-A66E-5D4D4F47B4DA}" presName="parTx" presStyleLbl="revTx" presStyleIdx="3" presStyleCnt="4">
        <dgm:presLayoutVars>
          <dgm:chMax val="0"/>
          <dgm:chPref val="0"/>
        </dgm:presLayoutVars>
      </dgm:prSet>
      <dgm:spPr/>
    </dgm:pt>
  </dgm:ptLst>
  <dgm:cxnLst>
    <dgm:cxn modelId="{F4E01B02-F9E0-4809-944D-997705D625D3}" type="presOf" srcId="{C8D8665C-419E-4EFF-8BBF-8562C8E1612B}" destId="{EE0450CE-1D05-461E-AF08-E4F0341797CD}" srcOrd="0" destOrd="0" presId="urn:microsoft.com/office/officeart/2018/2/layout/IconVerticalSolidList"/>
    <dgm:cxn modelId="{ED01D539-E96C-4603-B58B-E8D9921A4425}" type="presOf" srcId="{61C7B45A-34B3-4AB4-9405-7DFB6EEAD57D}" destId="{95C71F78-8C9D-460F-A25B-EB375D7810F1}" srcOrd="0" destOrd="0" presId="urn:microsoft.com/office/officeart/2018/2/layout/IconVerticalSolidList"/>
    <dgm:cxn modelId="{36866D61-B756-46D8-9981-BEE3F69AA07C}" srcId="{0A1CE8E2-B29C-46E8-A470-184A33A74CA2}" destId="{83EB74CC-0BCF-44BD-837B-3FB0A9E6D9AD}" srcOrd="2" destOrd="0" parTransId="{AE6F4824-C250-41A8-8578-A476F0C6F10F}" sibTransId="{CCA993F2-26A8-402E-9212-5B2D7F7B2E18}"/>
    <dgm:cxn modelId="{7BF67A51-6A74-4B0F-AED9-F6F6F229CA6E}" srcId="{0A1CE8E2-B29C-46E8-A470-184A33A74CA2}" destId="{80B40EB5-7336-418A-A66E-5D4D4F47B4DA}" srcOrd="3" destOrd="0" parTransId="{E795DF19-A239-4129-A23C-983FCF3E339F}" sibTransId="{6C8B1C87-3864-4691-8CB7-05FCCF40656D}"/>
    <dgm:cxn modelId="{A82E1458-CBA4-4ED7-A778-FF2F72F5AFE1}" srcId="{0A1CE8E2-B29C-46E8-A470-184A33A74CA2}" destId="{C8D8665C-419E-4EFF-8BBF-8562C8E1612B}" srcOrd="1" destOrd="0" parTransId="{3821036A-8AAA-4E61-9D4B-5A965899853D}" sibTransId="{0481F13D-1A1E-4D19-97D0-B1818AFF23BB}"/>
    <dgm:cxn modelId="{4066FC8B-2514-417B-AAE5-DA44F610D028}" type="presOf" srcId="{80B40EB5-7336-418A-A66E-5D4D4F47B4DA}" destId="{E75C8158-832B-4369-B25E-9C308BD67342}" srcOrd="0" destOrd="0" presId="urn:microsoft.com/office/officeart/2018/2/layout/IconVerticalSolidList"/>
    <dgm:cxn modelId="{98A93AB1-4C48-4524-B9FB-AA264AF21AB7}" srcId="{0A1CE8E2-B29C-46E8-A470-184A33A74CA2}" destId="{61C7B45A-34B3-4AB4-9405-7DFB6EEAD57D}" srcOrd="0" destOrd="0" parTransId="{50598383-7800-4990-BF69-A88C56246207}" sibTransId="{1EB9450D-959C-4E78-BF3B-D43A84151698}"/>
    <dgm:cxn modelId="{5A989BB2-2623-4C36-84D5-0E686861E8E2}" type="presOf" srcId="{83EB74CC-0BCF-44BD-837B-3FB0A9E6D9AD}" destId="{CC34CAB2-8F17-48D7-A6E1-712C2463B747}" srcOrd="0" destOrd="0" presId="urn:microsoft.com/office/officeart/2018/2/layout/IconVerticalSolidList"/>
    <dgm:cxn modelId="{66C0A9E3-82ED-4C11-88AB-D07218F1CC00}" type="presOf" srcId="{0A1CE8E2-B29C-46E8-A470-184A33A74CA2}" destId="{2490B6E3-CF77-497A-A32C-2C7850EC1681}" srcOrd="0" destOrd="0" presId="urn:microsoft.com/office/officeart/2018/2/layout/IconVerticalSolidList"/>
    <dgm:cxn modelId="{3872657A-8C12-425B-829C-CB03CA3E2C36}" type="presParOf" srcId="{2490B6E3-CF77-497A-A32C-2C7850EC1681}" destId="{C4D2B2B2-6605-4DAC-8880-BC6F5A527EDE}" srcOrd="0" destOrd="0" presId="urn:microsoft.com/office/officeart/2018/2/layout/IconVerticalSolidList"/>
    <dgm:cxn modelId="{68C34C55-73E2-4B72-97F5-B00E1F0BD90F}" type="presParOf" srcId="{C4D2B2B2-6605-4DAC-8880-BC6F5A527EDE}" destId="{52342B4B-8E44-4578-B44F-6789920F797D}" srcOrd="0" destOrd="0" presId="urn:microsoft.com/office/officeart/2018/2/layout/IconVerticalSolidList"/>
    <dgm:cxn modelId="{3F0B1B7A-D6A9-458A-B64D-42088F416271}" type="presParOf" srcId="{C4D2B2B2-6605-4DAC-8880-BC6F5A527EDE}" destId="{89E571F2-5BE5-4EC1-A394-4ABB573D2671}" srcOrd="1" destOrd="0" presId="urn:microsoft.com/office/officeart/2018/2/layout/IconVerticalSolidList"/>
    <dgm:cxn modelId="{A60A14A1-9D75-458F-922D-83C8346B1344}" type="presParOf" srcId="{C4D2B2B2-6605-4DAC-8880-BC6F5A527EDE}" destId="{A8114F38-AD02-4667-84CC-EC3362297ED8}" srcOrd="2" destOrd="0" presId="urn:microsoft.com/office/officeart/2018/2/layout/IconVerticalSolidList"/>
    <dgm:cxn modelId="{7DF82F39-74F1-4137-B773-F808551354BA}" type="presParOf" srcId="{C4D2B2B2-6605-4DAC-8880-BC6F5A527EDE}" destId="{95C71F78-8C9D-460F-A25B-EB375D7810F1}" srcOrd="3" destOrd="0" presId="urn:microsoft.com/office/officeart/2018/2/layout/IconVerticalSolidList"/>
    <dgm:cxn modelId="{ECBE16AB-2F10-4EC2-BFC4-CD83C5F5B276}" type="presParOf" srcId="{2490B6E3-CF77-497A-A32C-2C7850EC1681}" destId="{31826477-EEEB-4AEE-BEE0-3E4CB3C7EC6C}" srcOrd="1" destOrd="0" presId="urn:microsoft.com/office/officeart/2018/2/layout/IconVerticalSolidList"/>
    <dgm:cxn modelId="{F469BF31-8A76-4246-B6CF-2BD39AACBBEF}" type="presParOf" srcId="{2490B6E3-CF77-497A-A32C-2C7850EC1681}" destId="{D738B971-D4D2-4EA0-9ABE-48A6F7E885FF}" srcOrd="2" destOrd="0" presId="urn:microsoft.com/office/officeart/2018/2/layout/IconVerticalSolidList"/>
    <dgm:cxn modelId="{4CDE7857-6AE0-4209-9A5A-0D826CCF42ED}" type="presParOf" srcId="{D738B971-D4D2-4EA0-9ABE-48A6F7E885FF}" destId="{14514B2D-3CF7-4A10-B014-613AECAFAD9D}" srcOrd="0" destOrd="0" presId="urn:microsoft.com/office/officeart/2018/2/layout/IconVerticalSolidList"/>
    <dgm:cxn modelId="{6390F44B-C36F-48C1-AD54-AE34F9E99CC6}" type="presParOf" srcId="{D738B971-D4D2-4EA0-9ABE-48A6F7E885FF}" destId="{E3404EB2-EFC3-48B5-8ECE-5BF2E39E4E55}" srcOrd="1" destOrd="0" presId="urn:microsoft.com/office/officeart/2018/2/layout/IconVerticalSolidList"/>
    <dgm:cxn modelId="{B2B26E63-6086-4B0C-8DF0-7293E4C6F5A1}" type="presParOf" srcId="{D738B971-D4D2-4EA0-9ABE-48A6F7E885FF}" destId="{5ACEC5DF-425C-41D1-BE1E-941E7BBF8EDF}" srcOrd="2" destOrd="0" presId="urn:microsoft.com/office/officeart/2018/2/layout/IconVerticalSolidList"/>
    <dgm:cxn modelId="{780BBFFE-4000-454B-9728-B3506EF17C49}" type="presParOf" srcId="{D738B971-D4D2-4EA0-9ABE-48A6F7E885FF}" destId="{EE0450CE-1D05-461E-AF08-E4F0341797CD}" srcOrd="3" destOrd="0" presId="urn:microsoft.com/office/officeart/2018/2/layout/IconVerticalSolidList"/>
    <dgm:cxn modelId="{FD3ECA2A-4D37-418E-A8EB-8E4D47FD6797}" type="presParOf" srcId="{2490B6E3-CF77-497A-A32C-2C7850EC1681}" destId="{4E90DDA9-7680-4CCA-BC3D-497685A23A79}" srcOrd="3" destOrd="0" presId="urn:microsoft.com/office/officeart/2018/2/layout/IconVerticalSolidList"/>
    <dgm:cxn modelId="{C446C097-60F6-4B50-81D7-5D397E551A4A}" type="presParOf" srcId="{2490B6E3-CF77-497A-A32C-2C7850EC1681}" destId="{3C7BBE99-A9CB-4323-8F9C-F62CE1916E92}" srcOrd="4" destOrd="0" presId="urn:microsoft.com/office/officeart/2018/2/layout/IconVerticalSolidList"/>
    <dgm:cxn modelId="{0AED3FF7-35F6-445A-82E7-B33A05615898}" type="presParOf" srcId="{3C7BBE99-A9CB-4323-8F9C-F62CE1916E92}" destId="{7C65037A-509D-4411-BF50-2B7E2E1CADEA}" srcOrd="0" destOrd="0" presId="urn:microsoft.com/office/officeart/2018/2/layout/IconVerticalSolidList"/>
    <dgm:cxn modelId="{81EDEE67-2CEF-4E8B-94CD-7D08A3BF6CA1}" type="presParOf" srcId="{3C7BBE99-A9CB-4323-8F9C-F62CE1916E92}" destId="{D70AEB82-3137-4B4A-9D6B-5B93BBA49D53}" srcOrd="1" destOrd="0" presId="urn:microsoft.com/office/officeart/2018/2/layout/IconVerticalSolidList"/>
    <dgm:cxn modelId="{0C903326-F744-4E94-8641-D0CC26C1FF82}" type="presParOf" srcId="{3C7BBE99-A9CB-4323-8F9C-F62CE1916E92}" destId="{AF25DEE3-0DEE-4192-9628-9974D4306C3B}" srcOrd="2" destOrd="0" presId="urn:microsoft.com/office/officeart/2018/2/layout/IconVerticalSolidList"/>
    <dgm:cxn modelId="{0C20E492-DCCF-4E40-B75B-DD9A51F2C33E}" type="presParOf" srcId="{3C7BBE99-A9CB-4323-8F9C-F62CE1916E92}" destId="{CC34CAB2-8F17-48D7-A6E1-712C2463B747}" srcOrd="3" destOrd="0" presId="urn:microsoft.com/office/officeart/2018/2/layout/IconVerticalSolidList"/>
    <dgm:cxn modelId="{937391A6-ED3A-4442-BABC-2AD8EB73BCCE}" type="presParOf" srcId="{2490B6E3-CF77-497A-A32C-2C7850EC1681}" destId="{CF03ADBB-BF41-4D6F-B1F6-2EAD57DB5332}" srcOrd="5" destOrd="0" presId="urn:microsoft.com/office/officeart/2018/2/layout/IconVerticalSolidList"/>
    <dgm:cxn modelId="{31599789-815E-4530-9BA3-47048A22AB73}" type="presParOf" srcId="{2490B6E3-CF77-497A-A32C-2C7850EC1681}" destId="{4493C8F0-AC8E-4B5A-8DB9-1DDB1D1E74E2}" srcOrd="6" destOrd="0" presId="urn:microsoft.com/office/officeart/2018/2/layout/IconVerticalSolidList"/>
    <dgm:cxn modelId="{89B36DF8-ED79-4016-B5E8-EC00F93717C1}" type="presParOf" srcId="{4493C8F0-AC8E-4B5A-8DB9-1DDB1D1E74E2}" destId="{B2146A84-244E-4585-A96B-0ADE65CB46B7}" srcOrd="0" destOrd="0" presId="urn:microsoft.com/office/officeart/2018/2/layout/IconVerticalSolidList"/>
    <dgm:cxn modelId="{6857563F-2C21-49BD-95B6-6911F86D2F5F}" type="presParOf" srcId="{4493C8F0-AC8E-4B5A-8DB9-1DDB1D1E74E2}" destId="{B89A1AC0-C194-4A7B-9AE0-5B732B53CD6B}" srcOrd="1" destOrd="0" presId="urn:microsoft.com/office/officeart/2018/2/layout/IconVerticalSolidList"/>
    <dgm:cxn modelId="{A7AB8B74-F53C-442A-AFED-5362547A4B96}" type="presParOf" srcId="{4493C8F0-AC8E-4B5A-8DB9-1DDB1D1E74E2}" destId="{3C0642FF-1C6E-4F26-AC86-D8D68CF17CB7}" srcOrd="2" destOrd="0" presId="urn:microsoft.com/office/officeart/2018/2/layout/IconVerticalSolidList"/>
    <dgm:cxn modelId="{305EEC82-F890-4E5F-BEA3-97C066E8DCBD}" type="presParOf" srcId="{4493C8F0-AC8E-4B5A-8DB9-1DDB1D1E74E2}" destId="{E75C8158-832B-4369-B25E-9C308BD6734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42B4B-8E44-4578-B44F-6789920F797D}">
      <dsp:nvSpPr>
        <dsp:cNvPr id="0" name=""/>
        <dsp:cNvSpPr/>
      </dsp:nvSpPr>
      <dsp:spPr>
        <a:xfrm>
          <a:off x="0" y="1698"/>
          <a:ext cx="9618133" cy="86107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E571F2-5BE5-4EC1-A394-4ABB573D2671}">
      <dsp:nvSpPr>
        <dsp:cNvPr id="0" name=""/>
        <dsp:cNvSpPr/>
      </dsp:nvSpPr>
      <dsp:spPr>
        <a:xfrm>
          <a:off x="260473" y="195439"/>
          <a:ext cx="473588" cy="4735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5C71F78-8C9D-460F-A25B-EB375D7810F1}">
      <dsp:nvSpPr>
        <dsp:cNvPr id="0" name=""/>
        <dsp:cNvSpPr/>
      </dsp:nvSpPr>
      <dsp:spPr>
        <a:xfrm>
          <a:off x="994536" y="1698"/>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n-US" sz="1700" kern="1200"/>
            <a:t>Angela Vargas is a software development student based in Loveland, Colorado, currently working as a Micromaintenece Tech for Target. She has experience with IT and in computer mechanics.</a:t>
          </a:r>
        </a:p>
      </dsp:txBody>
      <dsp:txXfrm>
        <a:off x="994536" y="1698"/>
        <a:ext cx="8623596" cy="861070"/>
      </dsp:txXfrm>
    </dsp:sp>
    <dsp:sp modelId="{14514B2D-3CF7-4A10-B014-613AECAFAD9D}">
      <dsp:nvSpPr>
        <dsp:cNvPr id="0" name=""/>
        <dsp:cNvSpPr/>
      </dsp:nvSpPr>
      <dsp:spPr>
        <a:xfrm>
          <a:off x="0" y="1078036"/>
          <a:ext cx="9618133" cy="86107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404EB2-EFC3-48B5-8ECE-5BF2E39E4E55}">
      <dsp:nvSpPr>
        <dsp:cNvPr id="0" name=""/>
        <dsp:cNvSpPr/>
      </dsp:nvSpPr>
      <dsp:spPr>
        <a:xfrm>
          <a:off x="260473" y="1271777"/>
          <a:ext cx="473588" cy="4735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E0450CE-1D05-461E-AF08-E4F0341797CD}">
      <dsp:nvSpPr>
        <dsp:cNvPr id="0" name=""/>
        <dsp:cNvSpPr/>
      </dsp:nvSpPr>
      <dsp:spPr>
        <a:xfrm>
          <a:off x="994536" y="1078036"/>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n-US" sz="1700" kern="1200"/>
            <a:t>Tevyah Hanley is a software development student based in Columbus, Ohio, currently working in IT. He is building experience in both frontend and backend development.</a:t>
          </a:r>
        </a:p>
      </dsp:txBody>
      <dsp:txXfrm>
        <a:off x="994536" y="1078036"/>
        <a:ext cx="8623596" cy="861070"/>
      </dsp:txXfrm>
    </dsp:sp>
    <dsp:sp modelId="{7C65037A-509D-4411-BF50-2B7E2E1CADEA}">
      <dsp:nvSpPr>
        <dsp:cNvPr id="0" name=""/>
        <dsp:cNvSpPr/>
      </dsp:nvSpPr>
      <dsp:spPr>
        <a:xfrm>
          <a:off x="0" y="2154374"/>
          <a:ext cx="9618133" cy="86107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0AEB82-3137-4B4A-9D6B-5B93BBA49D53}">
      <dsp:nvSpPr>
        <dsp:cNvPr id="0" name=""/>
        <dsp:cNvSpPr/>
      </dsp:nvSpPr>
      <dsp:spPr>
        <a:xfrm>
          <a:off x="260473" y="2348115"/>
          <a:ext cx="473588" cy="4735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C34CAB2-8F17-48D7-A6E1-712C2463B747}">
      <dsp:nvSpPr>
        <dsp:cNvPr id="0" name=""/>
        <dsp:cNvSpPr/>
      </dsp:nvSpPr>
      <dsp:spPr>
        <a:xfrm>
          <a:off x="994536" y="2154374"/>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n-US" sz="1700" kern="1200"/>
            <a:t>Cameron Mendez is a software development student based in Fort Worth, Texas, currently working in FO Network Design. Developing hands on experience in all aspects of the software development lifecycle.</a:t>
          </a:r>
        </a:p>
      </dsp:txBody>
      <dsp:txXfrm>
        <a:off x="994536" y="2154374"/>
        <a:ext cx="8623596" cy="861070"/>
      </dsp:txXfrm>
    </dsp:sp>
    <dsp:sp modelId="{B2146A84-244E-4585-A96B-0ADE65CB46B7}">
      <dsp:nvSpPr>
        <dsp:cNvPr id="0" name=""/>
        <dsp:cNvSpPr/>
      </dsp:nvSpPr>
      <dsp:spPr>
        <a:xfrm>
          <a:off x="0" y="3230712"/>
          <a:ext cx="9618133" cy="86107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9A1AC0-C194-4A7B-9AE0-5B732B53CD6B}">
      <dsp:nvSpPr>
        <dsp:cNvPr id="0" name=""/>
        <dsp:cNvSpPr/>
      </dsp:nvSpPr>
      <dsp:spPr>
        <a:xfrm>
          <a:off x="260473" y="3424453"/>
          <a:ext cx="473588" cy="4735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75C8158-832B-4369-B25E-9C308BD67342}">
      <dsp:nvSpPr>
        <dsp:cNvPr id="0" name=""/>
        <dsp:cNvSpPr/>
      </dsp:nvSpPr>
      <dsp:spPr>
        <a:xfrm>
          <a:off x="994536" y="3230712"/>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n-US" sz="1700" kern="1200"/>
            <a:t>Zachary is a software development student based in Modesto,California. He currently is working outside of the IT profession but hopes witha degree in the field to transfer into it. The experience from this program has been incredibly beneficial to his skills.</a:t>
          </a:r>
        </a:p>
      </dsp:txBody>
      <dsp:txXfrm>
        <a:off x="994536" y="3230712"/>
        <a:ext cx="8623596" cy="86107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AACF69-12A7-4020-A1C0-3B9DFB7B7A46}"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2294231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AACF69-12A7-4020-A1C0-3B9DFB7B7A46}"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3448070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4044941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ACF69-12A7-4020-A1C0-3B9DFB7B7A46}"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2624187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AACF69-12A7-4020-A1C0-3B9DFB7B7A46}"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3685477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AACF69-12A7-4020-A1C0-3B9DFB7B7A46}"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1783377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AACF69-12A7-4020-A1C0-3B9DFB7B7A46}"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1690635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AACF69-12A7-4020-A1C0-3B9DFB7B7A46}"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1073331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AACF69-12A7-4020-A1C0-3B9DFB7B7A46}"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77112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3838359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2116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2452018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74353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4394964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AACF69-12A7-4020-A1C0-3B9DFB7B7A46}"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14275453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AACF69-12A7-4020-A1C0-3B9DFB7B7A46}"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3509495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4AACF69-12A7-4020-A1C0-3B9DFB7B7A46}" type="datetimeFigureOut">
              <a:rPr lang="en-US" smtClean="0"/>
              <a:t>5/6/2026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2926AF5-D09B-44CF-8591-FE53EE12DAF5}" type="slidenum">
              <a:rPr lang="en-US" smtClean="0"/>
              <a:t>‹#›</a:t>
            </a:fld>
            <a:endParaRPr lang="en-US"/>
          </a:p>
        </p:txBody>
      </p:sp>
    </p:spTree>
    <p:extLst>
      <p:ext uri="{BB962C8B-B14F-4D97-AF65-F5344CB8AC3E}">
        <p14:creationId xmlns:p14="http://schemas.microsoft.com/office/powerpoint/2010/main" val="149106863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tmp"/><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C5A98-3298-EEC7-C6CF-4C105AD2B2EE}"/>
              </a:ext>
            </a:extLst>
          </p:cNvPr>
          <p:cNvSpPr>
            <a:spLocks noGrp="1"/>
          </p:cNvSpPr>
          <p:nvPr>
            <p:ph type="ctrTitle"/>
          </p:nvPr>
        </p:nvSpPr>
        <p:spPr/>
        <p:txBody>
          <a:bodyPr/>
          <a:lstStyle/>
          <a:p>
            <a:r>
              <a:rPr lang="en-US" dirty="0"/>
              <a:t>Moffat Bay Lodge</a:t>
            </a:r>
          </a:p>
        </p:txBody>
      </p:sp>
      <p:sp>
        <p:nvSpPr>
          <p:cNvPr id="3" name="Subtitle 2">
            <a:extLst>
              <a:ext uri="{FF2B5EF4-FFF2-40B4-BE49-F238E27FC236}">
                <a16:creationId xmlns:a16="http://schemas.microsoft.com/office/drawing/2014/main" id="{EC4EEDDD-6C41-EAD8-D954-62CBEC99C3E9}"/>
              </a:ext>
            </a:extLst>
          </p:cNvPr>
          <p:cNvSpPr>
            <a:spLocks noGrp="1"/>
          </p:cNvSpPr>
          <p:nvPr>
            <p:ph type="subTitle" idx="1"/>
          </p:nvPr>
        </p:nvSpPr>
        <p:spPr/>
        <p:txBody>
          <a:bodyPr>
            <a:normAutofit fontScale="92500" lnSpcReduction="10000"/>
          </a:bodyPr>
          <a:lstStyle/>
          <a:p>
            <a:r>
              <a:rPr lang="en-US" dirty="0"/>
              <a:t>CSD-460</a:t>
            </a:r>
          </a:p>
          <a:p>
            <a:r>
              <a:rPr lang="en-US" dirty="0"/>
              <a:t>Bravo Team</a:t>
            </a:r>
          </a:p>
          <a:p>
            <a:r>
              <a:rPr lang="en-US" dirty="0"/>
              <a:t>5/6/26</a:t>
            </a:r>
          </a:p>
        </p:txBody>
      </p:sp>
    </p:spTree>
    <p:extLst>
      <p:ext uri="{BB962C8B-B14F-4D97-AF65-F5344CB8AC3E}">
        <p14:creationId xmlns:p14="http://schemas.microsoft.com/office/powerpoint/2010/main" val="3543287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8239B6-C625-0B59-792D-6AE1328BBF4C}"/>
              </a:ext>
            </a:extLst>
          </p:cNvPr>
          <p:cNvPicPr>
            <a:picLocks noChangeAspect="1"/>
          </p:cNvPicPr>
          <p:nvPr/>
        </p:nvPicPr>
        <p:blipFill>
          <a:blip r:embed="rId2">
            <a:extLst>
              <a:ext uri="{28A0092B-C50C-407E-A947-70E740481C1C}">
                <a14:useLocalDpi xmlns:a14="http://schemas.microsoft.com/office/drawing/2010/main" val="0"/>
              </a:ext>
            </a:extLst>
          </a:blip>
          <a:srcRect l="39711" r="90" b="3"/>
          <a:stretch>
            <a:fillRect/>
          </a:stretch>
        </p:blipFill>
        <p:spPr>
          <a:xfrm>
            <a:off x="643467" y="663293"/>
            <a:ext cx="2500368" cy="3115034"/>
          </a:xfrm>
          <a:prstGeom prst="rect">
            <a:avLst/>
          </a:prstGeom>
        </p:spPr>
      </p:pic>
      <p:pic>
        <p:nvPicPr>
          <p:cNvPr id="11" name="Picture 10">
            <a:extLst>
              <a:ext uri="{FF2B5EF4-FFF2-40B4-BE49-F238E27FC236}">
                <a16:creationId xmlns:a16="http://schemas.microsoft.com/office/drawing/2014/main" id="{1A4E7B49-1C20-B89C-6E00-C0D38161C7CE}"/>
              </a:ext>
            </a:extLst>
          </p:cNvPr>
          <p:cNvPicPr>
            <a:picLocks noChangeAspect="1"/>
          </p:cNvPicPr>
          <p:nvPr/>
        </p:nvPicPr>
        <p:blipFill>
          <a:blip r:embed="rId3">
            <a:extLst>
              <a:ext uri="{28A0092B-C50C-407E-A947-70E740481C1C}">
                <a14:useLocalDpi xmlns:a14="http://schemas.microsoft.com/office/drawing/2010/main" val="0"/>
              </a:ext>
            </a:extLst>
          </a:blip>
          <a:srcRect l="4632" r="16759" b="2"/>
          <a:stretch>
            <a:fillRect/>
          </a:stretch>
        </p:blipFill>
        <p:spPr>
          <a:xfrm>
            <a:off x="3460434" y="640256"/>
            <a:ext cx="2484967" cy="3161109"/>
          </a:xfrm>
          <a:prstGeom prst="rect">
            <a:avLst/>
          </a:prstGeom>
        </p:spPr>
      </p:pic>
      <p:pic>
        <p:nvPicPr>
          <p:cNvPr id="9" name="Picture 8">
            <a:extLst>
              <a:ext uri="{FF2B5EF4-FFF2-40B4-BE49-F238E27FC236}">
                <a16:creationId xmlns:a16="http://schemas.microsoft.com/office/drawing/2014/main" id="{98C4D218-3AA6-6385-335E-AB7C24A8AC7D}"/>
              </a:ext>
            </a:extLst>
          </p:cNvPr>
          <p:cNvPicPr>
            <a:picLocks noChangeAspect="1"/>
          </p:cNvPicPr>
          <p:nvPr/>
        </p:nvPicPr>
        <p:blipFill>
          <a:blip r:embed="rId4">
            <a:extLst>
              <a:ext uri="{28A0092B-C50C-407E-A947-70E740481C1C}">
                <a14:useLocalDpi xmlns:a14="http://schemas.microsoft.com/office/drawing/2010/main" val="0"/>
              </a:ext>
            </a:extLst>
          </a:blip>
          <a:srcRect l="8748" r="15496" b="-2"/>
          <a:stretch>
            <a:fillRect/>
          </a:stretch>
        </p:blipFill>
        <p:spPr>
          <a:xfrm>
            <a:off x="6262000" y="676059"/>
            <a:ext cx="2484967" cy="3140877"/>
          </a:xfrm>
          <a:prstGeom prst="rect">
            <a:avLst/>
          </a:prstGeom>
        </p:spPr>
      </p:pic>
      <p:pic>
        <p:nvPicPr>
          <p:cNvPr id="7" name="Picture 6">
            <a:extLst>
              <a:ext uri="{FF2B5EF4-FFF2-40B4-BE49-F238E27FC236}">
                <a16:creationId xmlns:a16="http://schemas.microsoft.com/office/drawing/2014/main" id="{B8BD41DF-91B7-58FA-F13F-AF281824F3B5}"/>
              </a:ext>
            </a:extLst>
          </p:cNvPr>
          <p:cNvPicPr>
            <a:picLocks noChangeAspect="1"/>
          </p:cNvPicPr>
          <p:nvPr/>
        </p:nvPicPr>
        <p:blipFill>
          <a:blip r:embed="rId5">
            <a:extLst>
              <a:ext uri="{28A0092B-C50C-407E-A947-70E740481C1C}">
                <a14:useLocalDpi xmlns:a14="http://schemas.microsoft.com/office/drawing/2010/main" val="0"/>
              </a:ext>
            </a:extLst>
          </a:blip>
          <a:srcRect l="5940"/>
          <a:stretch>
            <a:fillRect/>
          </a:stretch>
        </p:blipFill>
        <p:spPr>
          <a:xfrm rot="5400000">
            <a:off x="8747810" y="1004013"/>
            <a:ext cx="3116478" cy="2484966"/>
          </a:xfrm>
          <a:prstGeom prst="rect">
            <a:avLst/>
          </a:prstGeom>
        </p:spPr>
      </p:pic>
      <p:sp>
        <p:nvSpPr>
          <p:cNvPr id="2" name="Title 1">
            <a:extLst>
              <a:ext uri="{FF2B5EF4-FFF2-40B4-BE49-F238E27FC236}">
                <a16:creationId xmlns:a16="http://schemas.microsoft.com/office/drawing/2014/main" id="{BE79B16A-2A1F-0425-982C-CB6472C6923B}"/>
              </a:ext>
            </a:extLst>
          </p:cNvPr>
          <p:cNvSpPr>
            <a:spLocks noGrp="1"/>
          </p:cNvSpPr>
          <p:nvPr>
            <p:ph type="title"/>
          </p:nvPr>
        </p:nvSpPr>
        <p:spPr>
          <a:xfrm>
            <a:off x="1086338" y="4441621"/>
            <a:ext cx="4626707" cy="1562517"/>
          </a:xfrm>
        </p:spPr>
        <p:txBody>
          <a:bodyPr anchor="ctr">
            <a:normAutofit/>
          </a:bodyPr>
          <a:lstStyle/>
          <a:p>
            <a:r>
              <a:rPr lang="en-US" sz="3200"/>
              <a:t>Meet the Team</a:t>
            </a:r>
          </a:p>
        </p:txBody>
      </p:sp>
      <p:sp>
        <p:nvSpPr>
          <p:cNvPr id="30" name="TextBox 29">
            <a:extLst>
              <a:ext uri="{FF2B5EF4-FFF2-40B4-BE49-F238E27FC236}">
                <a16:creationId xmlns:a16="http://schemas.microsoft.com/office/drawing/2014/main" id="{70D5367F-EFED-AA38-5367-AE538742F917}"/>
              </a:ext>
            </a:extLst>
          </p:cNvPr>
          <p:cNvSpPr txBox="1"/>
          <p:nvPr/>
        </p:nvSpPr>
        <p:spPr>
          <a:xfrm>
            <a:off x="643467" y="3816936"/>
            <a:ext cx="2484967" cy="369332"/>
          </a:xfrm>
          <a:prstGeom prst="rect">
            <a:avLst/>
          </a:prstGeom>
          <a:noFill/>
        </p:spPr>
        <p:txBody>
          <a:bodyPr wrap="square" rtlCol="0">
            <a:spAutoFit/>
          </a:bodyPr>
          <a:lstStyle/>
          <a:p>
            <a:r>
              <a:rPr lang="en-US" dirty="0"/>
              <a:t>Angela Vargas</a:t>
            </a:r>
          </a:p>
        </p:txBody>
      </p:sp>
      <p:sp>
        <p:nvSpPr>
          <p:cNvPr id="31" name="TextBox 30">
            <a:extLst>
              <a:ext uri="{FF2B5EF4-FFF2-40B4-BE49-F238E27FC236}">
                <a16:creationId xmlns:a16="http://schemas.microsoft.com/office/drawing/2014/main" id="{363D72A9-A00D-4349-B647-0B46F32E0220}"/>
              </a:ext>
            </a:extLst>
          </p:cNvPr>
          <p:cNvSpPr txBox="1"/>
          <p:nvPr/>
        </p:nvSpPr>
        <p:spPr>
          <a:xfrm>
            <a:off x="3460434" y="3835070"/>
            <a:ext cx="2484967" cy="369332"/>
          </a:xfrm>
          <a:prstGeom prst="rect">
            <a:avLst/>
          </a:prstGeom>
          <a:noFill/>
        </p:spPr>
        <p:txBody>
          <a:bodyPr wrap="square" rtlCol="0">
            <a:spAutoFit/>
          </a:bodyPr>
          <a:lstStyle/>
          <a:p>
            <a:r>
              <a:rPr lang="en-US" dirty="0"/>
              <a:t>Zachary Anderson</a:t>
            </a:r>
          </a:p>
        </p:txBody>
      </p:sp>
      <p:sp>
        <p:nvSpPr>
          <p:cNvPr id="32" name="TextBox 31">
            <a:extLst>
              <a:ext uri="{FF2B5EF4-FFF2-40B4-BE49-F238E27FC236}">
                <a16:creationId xmlns:a16="http://schemas.microsoft.com/office/drawing/2014/main" id="{6E2AC49B-42ED-19F2-170D-002D2D402B7E}"/>
              </a:ext>
            </a:extLst>
          </p:cNvPr>
          <p:cNvSpPr txBox="1"/>
          <p:nvPr/>
        </p:nvSpPr>
        <p:spPr>
          <a:xfrm>
            <a:off x="6277401" y="3812032"/>
            <a:ext cx="2484967" cy="369332"/>
          </a:xfrm>
          <a:prstGeom prst="rect">
            <a:avLst/>
          </a:prstGeom>
          <a:noFill/>
        </p:spPr>
        <p:txBody>
          <a:bodyPr wrap="square" rtlCol="0">
            <a:spAutoFit/>
          </a:bodyPr>
          <a:lstStyle/>
          <a:p>
            <a:r>
              <a:rPr lang="en-US" dirty="0" err="1"/>
              <a:t>Tevyah</a:t>
            </a:r>
            <a:r>
              <a:rPr lang="en-US" dirty="0"/>
              <a:t> Hanley</a:t>
            </a:r>
          </a:p>
        </p:txBody>
      </p:sp>
      <p:sp>
        <p:nvSpPr>
          <p:cNvPr id="33" name="TextBox 32">
            <a:extLst>
              <a:ext uri="{FF2B5EF4-FFF2-40B4-BE49-F238E27FC236}">
                <a16:creationId xmlns:a16="http://schemas.microsoft.com/office/drawing/2014/main" id="{7D275FAE-520F-4285-E6C1-08D00EEC5A97}"/>
              </a:ext>
            </a:extLst>
          </p:cNvPr>
          <p:cNvSpPr txBox="1"/>
          <p:nvPr/>
        </p:nvSpPr>
        <p:spPr>
          <a:xfrm>
            <a:off x="9094368" y="3835070"/>
            <a:ext cx="2484967" cy="369332"/>
          </a:xfrm>
          <a:prstGeom prst="rect">
            <a:avLst/>
          </a:prstGeom>
          <a:noFill/>
        </p:spPr>
        <p:txBody>
          <a:bodyPr wrap="square" rtlCol="0">
            <a:spAutoFit/>
          </a:bodyPr>
          <a:lstStyle/>
          <a:p>
            <a:r>
              <a:rPr lang="en-US" dirty="0"/>
              <a:t>Cameron Mendez</a:t>
            </a:r>
          </a:p>
        </p:txBody>
      </p:sp>
    </p:spTree>
    <p:extLst>
      <p:ext uri="{BB962C8B-B14F-4D97-AF65-F5344CB8AC3E}">
        <p14:creationId xmlns:p14="http://schemas.microsoft.com/office/powerpoint/2010/main" val="4094139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84B021-9DD6-2CF1-19F4-0483D6215CF4}"/>
              </a:ext>
            </a:extLst>
          </p:cNvPr>
          <p:cNvSpPr>
            <a:spLocks noGrp="1"/>
          </p:cNvSpPr>
          <p:nvPr>
            <p:ph type="title"/>
          </p:nvPr>
        </p:nvSpPr>
        <p:spPr>
          <a:xfrm>
            <a:off x="1286933" y="609600"/>
            <a:ext cx="10197494" cy="1099457"/>
          </a:xfrm>
        </p:spPr>
        <p:txBody>
          <a:bodyPr>
            <a:normAutofit/>
          </a:bodyPr>
          <a:lstStyle/>
          <a:p>
            <a:r>
              <a:rPr lang="en-US"/>
              <a:t>About us</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Isosceles Triangle 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CB5A8A32-9F57-9077-7F90-7FB6DDA53D06}"/>
              </a:ext>
            </a:extLst>
          </p:cNvPr>
          <p:cNvGraphicFramePr>
            <a:graphicFrameLocks noGrp="1"/>
          </p:cNvGraphicFramePr>
          <p:nvPr>
            <p:ph idx="1"/>
            <p:extLst>
              <p:ext uri="{D42A27DB-BD31-4B8C-83A1-F6EECF244321}">
                <p14:modId xmlns:p14="http://schemas.microsoft.com/office/powerpoint/2010/main" val="2447308501"/>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4797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76A7C-492B-9E1F-3A40-850586429CB4}"/>
              </a:ext>
            </a:extLst>
          </p:cNvPr>
          <p:cNvSpPr>
            <a:spLocks noGrp="1"/>
          </p:cNvSpPr>
          <p:nvPr>
            <p:ph type="title"/>
          </p:nvPr>
        </p:nvSpPr>
        <p:spPr/>
        <p:txBody>
          <a:bodyPr/>
          <a:lstStyle/>
          <a:p>
            <a:r>
              <a:rPr lang="en-US" dirty="0"/>
              <a:t>Sample Prototype</a:t>
            </a:r>
          </a:p>
        </p:txBody>
      </p:sp>
      <p:sp>
        <p:nvSpPr>
          <p:cNvPr id="3" name="Content Placeholder 2">
            <a:extLst>
              <a:ext uri="{FF2B5EF4-FFF2-40B4-BE49-F238E27FC236}">
                <a16:creationId xmlns:a16="http://schemas.microsoft.com/office/drawing/2014/main" id="{D13BFE85-4D26-3106-186A-FF6E2AF2EA28}"/>
              </a:ext>
            </a:extLst>
          </p:cNvPr>
          <p:cNvSpPr>
            <a:spLocks noGrp="1"/>
          </p:cNvSpPr>
          <p:nvPr>
            <p:ph sz="half" idx="1"/>
          </p:nvPr>
        </p:nvSpPr>
        <p:spPr/>
        <p:txBody>
          <a:bodyPr>
            <a:normAutofit/>
          </a:bodyPr>
          <a:lstStyle/>
          <a:p>
            <a:r>
              <a:rPr lang="en-US" dirty="0"/>
              <a:t>Landing </a:t>
            </a:r>
          </a:p>
          <a:p>
            <a:pPr lvl="1"/>
            <a:endParaRPr lang="en-US" dirty="0"/>
          </a:p>
          <a:p>
            <a:endParaRPr lang="en-US" dirty="0"/>
          </a:p>
          <a:p>
            <a:endParaRPr lang="en-US" dirty="0"/>
          </a:p>
          <a:p>
            <a:endParaRPr lang="en-US" dirty="0"/>
          </a:p>
          <a:p>
            <a:r>
              <a:rPr lang="en-US" dirty="0"/>
              <a:t>About Us</a:t>
            </a:r>
          </a:p>
          <a:p>
            <a:pPr lvl="1"/>
            <a:endParaRPr lang="en-US" dirty="0"/>
          </a:p>
          <a:p>
            <a:endParaRPr lang="en-US" dirty="0"/>
          </a:p>
        </p:txBody>
      </p:sp>
      <p:sp>
        <p:nvSpPr>
          <p:cNvPr id="10" name="Content Placeholder 9">
            <a:extLst>
              <a:ext uri="{FF2B5EF4-FFF2-40B4-BE49-F238E27FC236}">
                <a16:creationId xmlns:a16="http://schemas.microsoft.com/office/drawing/2014/main" id="{216E12B2-E954-51A7-B1C6-4F3A02EFC7C2}"/>
              </a:ext>
            </a:extLst>
          </p:cNvPr>
          <p:cNvSpPr>
            <a:spLocks noGrp="1"/>
          </p:cNvSpPr>
          <p:nvPr>
            <p:ph sz="half" idx="2"/>
          </p:nvPr>
        </p:nvSpPr>
        <p:spPr/>
        <p:txBody>
          <a:bodyPr/>
          <a:lstStyle/>
          <a:p>
            <a:r>
              <a:rPr lang="en-US" dirty="0"/>
              <a:t>Attractions</a:t>
            </a:r>
          </a:p>
          <a:p>
            <a:endParaRPr lang="en-US" dirty="0"/>
          </a:p>
          <a:p>
            <a:endParaRPr lang="en-US" dirty="0"/>
          </a:p>
          <a:p>
            <a:endParaRPr lang="en-US" dirty="0"/>
          </a:p>
          <a:p>
            <a:endParaRPr lang="en-US" dirty="0"/>
          </a:p>
          <a:p>
            <a:r>
              <a:rPr lang="en-US" dirty="0"/>
              <a:t>Contact Us</a:t>
            </a:r>
          </a:p>
        </p:txBody>
      </p:sp>
      <p:pic>
        <p:nvPicPr>
          <p:cNvPr id="7" name="Picture 6">
            <a:extLst>
              <a:ext uri="{FF2B5EF4-FFF2-40B4-BE49-F238E27FC236}">
                <a16:creationId xmlns:a16="http://schemas.microsoft.com/office/drawing/2014/main" id="{467F5ACD-1882-042C-1AAD-BC498940A8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567" y="2541470"/>
            <a:ext cx="3226675" cy="1568233"/>
          </a:xfrm>
          <a:prstGeom prst="rect">
            <a:avLst/>
          </a:prstGeom>
        </p:spPr>
      </p:pic>
      <p:pic>
        <p:nvPicPr>
          <p:cNvPr id="9" name="Picture 8">
            <a:extLst>
              <a:ext uri="{FF2B5EF4-FFF2-40B4-BE49-F238E27FC236}">
                <a16:creationId xmlns:a16="http://schemas.microsoft.com/office/drawing/2014/main" id="{6A1A0396-30C8-5C2F-702D-2EF786E28C8E}"/>
              </a:ext>
            </a:extLst>
          </p:cNvPr>
          <p:cNvPicPr>
            <a:picLocks noChangeAspect="1"/>
          </p:cNvPicPr>
          <p:nvPr/>
        </p:nvPicPr>
        <p:blipFill>
          <a:blip r:embed="rId3"/>
          <a:stretch>
            <a:fillRect/>
          </a:stretch>
        </p:blipFill>
        <p:spPr>
          <a:xfrm>
            <a:off x="1017161" y="4490583"/>
            <a:ext cx="3265698" cy="1568233"/>
          </a:xfrm>
          <a:prstGeom prst="rect">
            <a:avLst/>
          </a:prstGeom>
        </p:spPr>
      </p:pic>
      <p:pic>
        <p:nvPicPr>
          <p:cNvPr id="11" name="Picture 10">
            <a:extLst>
              <a:ext uri="{FF2B5EF4-FFF2-40B4-BE49-F238E27FC236}">
                <a16:creationId xmlns:a16="http://schemas.microsoft.com/office/drawing/2014/main" id="{DB411A97-9397-BE57-032E-B6D1C786E764}"/>
              </a:ext>
            </a:extLst>
          </p:cNvPr>
          <p:cNvPicPr>
            <a:picLocks noChangeAspect="1"/>
          </p:cNvPicPr>
          <p:nvPr/>
        </p:nvPicPr>
        <p:blipFill>
          <a:blip r:embed="rId4"/>
          <a:stretch>
            <a:fillRect/>
          </a:stretch>
        </p:blipFill>
        <p:spPr>
          <a:xfrm>
            <a:off x="5410200" y="4519447"/>
            <a:ext cx="3265697" cy="1539369"/>
          </a:xfrm>
          <a:prstGeom prst="rect">
            <a:avLst/>
          </a:prstGeom>
        </p:spPr>
      </p:pic>
      <p:pic>
        <p:nvPicPr>
          <p:cNvPr id="13" name="Picture 12">
            <a:extLst>
              <a:ext uri="{FF2B5EF4-FFF2-40B4-BE49-F238E27FC236}">
                <a16:creationId xmlns:a16="http://schemas.microsoft.com/office/drawing/2014/main" id="{EF078E6E-2257-469A-8B0F-7858F7D65971}"/>
              </a:ext>
            </a:extLst>
          </p:cNvPr>
          <p:cNvPicPr>
            <a:picLocks noChangeAspect="1"/>
          </p:cNvPicPr>
          <p:nvPr/>
        </p:nvPicPr>
        <p:blipFill>
          <a:blip r:embed="rId5"/>
          <a:stretch>
            <a:fillRect/>
          </a:stretch>
        </p:blipFill>
        <p:spPr>
          <a:xfrm>
            <a:off x="5362549" y="2541470"/>
            <a:ext cx="3313347" cy="1568233"/>
          </a:xfrm>
          <a:prstGeom prst="rect">
            <a:avLst/>
          </a:prstGeom>
        </p:spPr>
      </p:pic>
    </p:spTree>
    <p:extLst>
      <p:ext uri="{BB962C8B-B14F-4D97-AF65-F5344CB8AC3E}">
        <p14:creationId xmlns:p14="http://schemas.microsoft.com/office/powerpoint/2010/main" val="4234772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21E62-58B2-44B7-43D5-3CEB2358FFCD}"/>
              </a:ext>
            </a:extLst>
          </p:cNvPr>
          <p:cNvSpPr>
            <a:spLocks noGrp="1"/>
          </p:cNvSpPr>
          <p:nvPr>
            <p:ph type="title"/>
          </p:nvPr>
        </p:nvSpPr>
        <p:spPr/>
        <p:txBody>
          <a:bodyPr/>
          <a:lstStyle/>
          <a:p>
            <a:r>
              <a:rPr lang="en-US" dirty="0"/>
              <a:t>Sample Prototype cont.</a:t>
            </a:r>
          </a:p>
        </p:txBody>
      </p:sp>
      <p:sp>
        <p:nvSpPr>
          <p:cNvPr id="3" name="Content Placeholder 2">
            <a:extLst>
              <a:ext uri="{FF2B5EF4-FFF2-40B4-BE49-F238E27FC236}">
                <a16:creationId xmlns:a16="http://schemas.microsoft.com/office/drawing/2014/main" id="{B89E9790-BEC7-9C1A-8EB0-B5F5A7EE723B}"/>
              </a:ext>
            </a:extLst>
          </p:cNvPr>
          <p:cNvSpPr>
            <a:spLocks noGrp="1"/>
          </p:cNvSpPr>
          <p:nvPr>
            <p:ph sz="half" idx="1"/>
          </p:nvPr>
        </p:nvSpPr>
        <p:spPr/>
        <p:txBody>
          <a:bodyPr/>
          <a:lstStyle/>
          <a:p>
            <a:r>
              <a:rPr lang="en-US" dirty="0"/>
              <a:t>Login</a:t>
            </a:r>
          </a:p>
          <a:p>
            <a:endParaRPr lang="en-US" dirty="0"/>
          </a:p>
          <a:p>
            <a:endParaRPr lang="en-US" dirty="0"/>
          </a:p>
          <a:p>
            <a:pPr marL="0" indent="0">
              <a:buNone/>
            </a:pPr>
            <a:endParaRPr lang="en-US" dirty="0"/>
          </a:p>
          <a:p>
            <a:pPr marL="0" indent="0">
              <a:buNone/>
            </a:pPr>
            <a:endParaRPr lang="en-US" dirty="0"/>
          </a:p>
          <a:p>
            <a:r>
              <a:rPr lang="en-US" dirty="0"/>
              <a:t>Registration</a:t>
            </a:r>
          </a:p>
          <a:p>
            <a:endParaRPr lang="en-US" dirty="0"/>
          </a:p>
          <a:p>
            <a:endParaRPr lang="en-US" dirty="0"/>
          </a:p>
        </p:txBody>
      </p:sp>
      <p:sp>
        <p:nvSpPr>
          <p:cNvPr id="8" name="Content Placeholder 7">
            <a:extLst>
              <a:ext uri="{FF2B5EF4-FFF2-40B4-BE49-F238E27FC236}">
                <a16:creationId xmlns:a16="http://schemas.microsoft.com/office/drawing/2014/main" id="{4764FB3E-6272-55D7-3DD3-0E846FC3AA40}"/>
              </a:ext>
            </a:extLst>
          </p:cNvPr>
          <p:cNvSpPr>
            <a:spLocks noGrp="1"/>
          </p:cNvSpPr>
          <p:nvPr>
            <p:ph sz="half" idx="2"/>
          </p:nvPr>
        </p:nvSpPr>
        <p:spPr/>
        <p:txBody>
          <a:bodyPr/>
          <a:lstStyle/>
          <a:p>
            <a:endParaRPr lang="en-US" dirty="0"/>
          </a:p>
          <a:p>
            <a:endParaRPr lang="en-US" dirty="0"/>
          </a:p>
          <a:p>
            <a:r>
              <a:rPr lang="en-US" dirty="0"/>
              <a:t>Reservation</a:t>
            </a:r>
          </a:p>
          <a:p>
            <a:endParaRPr lang="en-US" dirty="0"/>
          </a:p>
        </p:txBody>
      </p:sp>
      <p:pic>
        <p:nvPicPr>
          <p:cNvPr id="10" name="Picture 9">
            <a:extLst>
              <a:ext uri="{FF2B5EF4-FFF2-40B4-BE49-F238E27FC236}">
                <a16:creationId xmlns:a16="http://schemas.microsoft.com/office/drawing/2014/main" id="{B2863854-5F63-5009-036D-C27F6DD64CD4}"/>
              </a:ext>
            </a:extLst>
          </p:cNvPr>
          <p:cNvPicPr>
            <a:picLocks noChangeAspect="1"/>
          </p:cNvPicPr>
          <p:nvPr/>
        </p:nvPicPr>
        <p:blipFill>
          <a:blip r:embed="rId2"/>
          <a:stretch>
            <a:fillRect/>
          </a:stretch>
        </p:blipFill>
        <p:spPr>
          <a:xfrm>
            <a:off x="835448" y="2636048"/>
            <a:ext cx="3867806" cy="1585903"/>
          </a:xfrm>
          <a:prstGeom prst="rect">
            <a:avLst/>
          </a:prstGeom>
        </p:spPr>
      </p:pic>
      <p:pic>
        <p:nvPicPr>
          <p:cNvPr id="12" name="Picture 11">
            <a:extLst>
              <a:ext uri="{FF2B5EF4-FFF2-40B4-BE49-F238E27FC236}">
                <a16:creationId xmlns:a16="http://schemas.microsoft.com/office/drawing/2014/main" id="{73A325B1-F2C2-D9A2-5469-E978B3F30611}"/>
              </a:ext>
            </a:extLst>
          </p:cNvPr>
          <p:cNvPicPr>
            <a:picLocks noChangeAspect="1"/>
          </p:cNvPicPr>
          <p:nvPr/>
        </p:nvPicPr>
        <p:blipFill>
          <a:blip r:embed="rId3"/>
          <a:stretch>
            <a:fillRect/>
          </a:stretch>
        </p:blipFill>
        <p:spPr>
          <a:xfrm>
            <a:off x="924910" y="4549260"/>
            <a:ext cx="3778343" cy="2120806"/>
          </a:xfrm>
          <a:prstGeom prst="rect">
            <a:avLst/>
          </a:prstGeom>
        </p:spPr>
      </p:pic>
      <p:pic>
        <p:nvPicPr>
          <p:cNvPr id="14" name="Picture 13">
            <a:extLst>
              <a:ext uri="{FF2B5EF4-FFF2-40B4-BE49-F238E27FC236}">
                <a16:creationId xmlns:a16="http://schemas.microsoft.com/office/drawing/2014/main" id="{D160E621-355B-597E-9849-2191D728AAAF}"/>
              </a:ext>
            </a:extLst>
          </p:cNvPr>
          <p:cNvPicPr>
            <a:picLocks noChangeAspect="1"/>
          </p:cNvPicPr>
          <p:nvPr/>
        </p:nvPicPr>
        <p:blipFill>
          <a:blip r:embed="rId4"/>
          <a:stretch>
            <a:fillRect/>
          </a:stretch>
        </p:blipFill>
        <p:spPr>
          <a:xfrm>
            <a:off x="5292815" y="3529757"/>
            <a:ext cx="3778343" cy="1824382"/>
          </a:xfrm>
          <a:prstGeom prst="rect">
            <a:avLst/>
          </a:prstGeom>
        </p:spPr>
      </p:pic>
    </p:spTree>
    <p:extLst>
      <p:ext uri="{BB962C8B-B14F-4D97-AF65-F5344CB8AC3E}">
        <p14:creationId xmlns:p14="http://schemas.microsoft.com/office/powerpoint/2010/main" val="2164889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D74F5A-96C6-E9F8-D762-6A601681E5B9}"/>
              </a:ext>
            </a:extLst>
          </p:cNvPr>
          <p:cNvSpPr>
            <a:spLocks noGrp="1"/>
          </p:cNvSpPr>
          <p:nvPr>
            <p:ph type="title"/>
          </p:nvPr>
        </p:nvSpPr>
        <p:spPr/>
        <p:txBody>
          <a:bodyPr/>
          <a:lstStyle/>
          <a:p>
            <a:r>
              <a:rPr lang="en-US" dirty="0"/>
              <a:t>ERD</a:t>
            </a:r>
          </a:p>
        </p:txBody>
      </p:sp>
      <p:pic>
        <p:nvPicPr>
          <p:cNvPr id="6" name="Picture 5">
            <a:extLst>
              <a:ext uri="{FF2B5EF4-FFF2-40B4-BE49-F238E27FC236}">
                <a16:creationId xmlns:a16="http://schemas.microsoft.com/office/drawing/2014/main" id="{A4035563-DA77-30E9-F8A6-8538A9DEAD26}"/>
              </a:ext>
            </a:extLst>
          </p:cNvPr>
          <p:cNvPicPr/>
          <p:nvPr/>
        </p:nvPicPr>
        <p:blipFill>
          <a:blip r:embed="rId2"/>
          <a:stretch>
            <a:fillRect/>
          </a:stretch>
        </p:blipFill>
        <p:spPr>
          <a:xfrm>
            <a:off x="2429510" y="1597572"/>
            <a:ext cx="6409690" cy="4729885"/>
          </a:xfrm>
          <a:prstGeom prst="rect">
            <a:avLst/>
          </a:prstGeom>
        </p:spPr>
      </p:pic>
    </p:spTree>
    <p:extLst>
      <p:ext uri="{BB962C8B-B14F-4D97-AF65-F5344CB8AC3E}">
        <p14:creationId xmlns:p14="http://schemas.microsoft.com/office/powerpoint/2010/main" val="2811409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E8B0DE-5FA8-555F-87BA-F228B4C1C10E}"/>
              </a:ext>
            </a:extLst>
          </p:cNvPr>
          <p:cNvSpPr>
            <a:spLocks noGrp="1"/>
          </p:cNvSpPr>
          <p:nvPr>
            <p:ph type="title"/>
          </p:nvPr>
        </p:nvSpPr>
        <p:spPr/>
        <p:txBody>
          <a:bodyPr/>
          <a:lstStyle/>
          <a:p>
            <a:r>
              <a:rPr lang="en-US" dirty="0"/>
              <a:t>Test Cases</a:t>
            </a:r>
          </a:p>
        </p:txBody>
      </p:sp>
      <p:sp>
        <p:nvSpPr>
          <p:cNvPr id="4" name="Text Placeholder 3">
            <a:extLst>
              <a:ext uri="{FF2B5EF4-FFF2-40B4-BE49-F238E27FC236}">
                <a16:creationId xmlns:a16="http://schemas.microsoft.com/office/drawing/2014/main" id="{A2EC94FC-05CE-91C1-BC2F-0472CECF3191}"/>
              </a:ext>
            </a:extLst>
          </p:cNvPr>
          <p:cNvSpPr>
            <a:spLocks noGrp="1"/>
          </p:cNvSpPr>
          <p:nvPr>
            <p:ph type="body" idx="1"/>
          </p:nvPr>
        </p:nvSpPr>
        <p:spPr/>
        <p:txBody>
          <a:bodyPr/>
          <a:lstStyle/>
          <a:p>
            <a:r>
              <a:rPr lang="en-US" sz="1800" dirty="0"/>
              <a:t>Successful Reservation</a:t>
            </a:r>
          </a:p>
          <a:p>
            <a:r>
              <a:rPr lang="en-US" sz="1800" dirty="0"/>
              <a:t>Peer Tester – Cameron Mendez</a:t>
            </a:r>
          </a:p>
          <a:p>
            <a:r>
              <a:rPr lang="en-US" sz="1800" dirty="0"/>
              <a:t>Dev. –Zachary Anderson</a:t>
            </a:r>
          </a:p>
        </p:txBody>
      </p:sp>
      <p:sp>
        <p:nvSpPr>
          <p:cNvPr id="5" name="Content Placeholder 4">
            <a:extLst>
              <a:ext uri="{FF2B5EF4-FFF2-40B4-BE49-F238E27FC236}">
                <a16:creationId xmlns:a16="http://schemas.microsoft.com/office/drawing/2014/main" id="{04175213-D2B9-0340-0E96-8B20A688D32B}"/>
              </a:ext>
            </a:extLst>
          </p:cNvPr>
          <p:cNvSpPr>
            <a:spLocks noGrp="1"/>
          </p:cNvSpPr>
          <p:nvPr>
            <p:ph sz="half" idx="2"/>
          </p:nvPr>
        </p:nvSpPr>
        <p:spPr/>
        <p:txBody>
          <a:bodyPr>
            <a:normAutofit fontScale="85000" lnSpcReduction="10000"/>
          </a:bodyPr>
          <a:lstStyle/>
          <a:p>
            <a:r>
              <a:rPr lang="en-US" dirty="0"/>
              <a:t>This is a major part of the full site. Testing this feature involved making sure the page opened, buttons worked, and even that the database interacted with it. We started by opening the page (ensuring we are logged in) and filling out the form. When the reservation is made, we can then check the database to make sure that the reservation shows up.</a:t>
            </a:r>
          </a:p>
        </p:txBody>
      </p:sp>
      <p:sp>
        <p:nvSpPr>
          <p:cNvPr id="6" name="Text Placeholder 5">
            <a:extLst>
              <a:ext uri="{FF2B5EF4-FFF2-40B4-BE49-F238E27FC236}">
                <a16:creationId xmlns:a16="http://schemas.microsoft.com/office/drawing/2014/main" id="{77641AB6-6467-106C-886D-5D8AA02CB0DB}"/>
              </a:ext>
            </a:extLst>
          </p:cNvPr>
          <p:cNvSpPr>
            <a:spLocks noGrp="1"/>
          </p:cNvSpPr>
          <p:nvPr>
            <p:ph type="body" sz="quarter" idx="3"/>
          </p:nvPr>
        </p:nvSpPr>
        <p:spPr/>
        <p:txBody>
          <a:bodyPr/>
          <a:lstStyle/>
          <a:p>
            <a:r>
              <a:rPr lang="en-US" sz="1800" dirty="0"/>
              <a:t>Successful Reservation w/ Attractions</a:t>
            </a:r>
          </a:p>
          <a:p>
            <a:r>
              <a:rPr lang="en-US" sz="1800" dirty="0"/>
              <a:t>Peer Tester – Cameron Mendez</a:t>
            </a:r>
          </a:p>
          <a:p>
            <a:r>
              <a:rPr lang="en-US" sz="1800" dirty="0"/>
              <a:t>Dev. Zachary Anderson</a:t>
            </a:r>
          </a:p>
        </p:txBody>
      </p:sp>
      <p:sp>
        <p:nvSpPr>
          <p:cNvPr id="7" name="Content Placeholder 6">
            <a:extLst>
              <a:ext uri="{FF2B5EF4-FFF2-40B4-BE49-F238E27FC236}">
                <a16:creationId xmlns:a16="http://schemas.microsoft.com/office/drawing/2014/main" id="{9C33C115-FFF3-9CB0-2326-CAAE915DEA8E}"/>
              </a:ext>
            </a:extLst>
          </p:cNvPr>
          <p:cNvSpPr>
            <a:spLocks noGrp="1"/>
          </p:cNvSpPr>
          <p:nvPr>
            <p:ph sz="quarter" idx="4"/>
          </p:nvPr>
        </p:nvSpPr>
        <p:spPr/>
        <p:txBody>
          <a:bodyPr>
            <a:normAutofit fontScale="85000" lnSpcReduction="10000"/>
          </a:bodyPr>
          <a:lstStyle/>
          <a:p>
            <a:r>
              <a:rPr lang="en-US" dirty="0"/>
              <a:t>This feature is an important part of the reservation system because it allows users to add attractions to their stay. Testing this feature involved making sure the page loaded correctly, the attraction options displayed properly, and the form submitted successfully. We began by opening the page while logged in, selecting attractions along with reservation details, and submitting the form. After the reservation was completed, we checked the database to confirm that both the reservation and selected attractions were stored correctly.</a:t>
            </a:r>
          </a:p>
        </p:txBody>
      </p:sp>
    </p:spTree>
    <p:extLst>
      <p:ext uri="{BB962C8B-B14F-4D97-AF65-F5344CB8AC3E}">
        <p14:creationId xmlns:p14="http://schemas.microsoft.com/office/powerpoint/2010/main" val="39052887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52</TotalTime>
  <Words>366</Words>
  <Application>Microsoft Office PowerPoint</Application>
  <PresentationFormat>Widescreen</PresentationFormat>
  <Paragraphs>47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Wingdings 3</vt:lpstr>
      <vt:lpstr>Facet</vt:lpstr>
      <vt:lpstr>Moffat Bay Lodge</vt:lpstr>
      <vt:lpstr>Meet the Team</vt:lpstr>
      <vt:lpstr>About us</vt:lpstr>
      <vt:lpstr>Sample Prototype</vt:lpstr>
      <vt:lpstr>Sample Prototype cont.</vt:lpstr>
      <vt:lpstr>ERD</vt:lpstr>
      <vt:lpstr>Test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Zachary Anderson</dc:creator>
  <cp:lastModifiedBy>Zachary Anderson</cp:lastModifiedBy>
  <cp:revision>3</cp:revision>
  <dcterms:created xsi:type="dcterms:W3CDTF">2026-05-07T05:31:09Z</dcterms:created>
  <dcterms:modified xsi:type="dcterms:W3CDTF">2026-05-07T06:23:56Z</dcterms:modified>
</cp:coreProperties>
</file>